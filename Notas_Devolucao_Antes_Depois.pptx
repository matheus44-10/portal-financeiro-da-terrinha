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0840" y="23317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Automação da Devolução e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Abatimento de Fornecedores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2084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“Notas de Devolução”  —  Financeiro Contas a Pagar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processo (IT FCP 014)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Garantir que o valor das devoluções de mercadorias seja corretamente ressarcido pelo fornecedor, ou abatido do seu saldo a pagar.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Negociar com o fornecedor (e-mail/telefone) qual NF de compra será abatida</a:t>
            </a:r>
            <a:endParaRPr lang="en-US" sz="17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Localizar, uma a uma, a duplicata correspondente no Bluesoft</a:t>
            </a:r>
            <a:endParaRPr lang="en-US" sz="17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Vincular manualmente o abatimento e salvar</a:t>
            </a:r>
            <a:endParaRPr lang="en-US" sz="17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Anexar o print/e-mail da negociação na duplicata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Antes x Depois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210312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210312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EF5C9"/>
          </a:solidFill>
          <a:ln w="12700">
            <a:solidFill>
              <a:srgbClr val="FCBF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DEPOIS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 100% manual, duplicata por duplicata, dentro do Bluesoft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visão consolidada: nada mostrava quais fornecedores tinham devolução pendente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Nenhum alerta de quanto tempo uma devolução estava em aberto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Cobrança ao fornecedor escrita do zero, achando o contato toda vez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Checagem de vínculo já feito só abrindo tela por tela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278892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clique sincroniza todos os fornecedores e notas do Bluesoft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Painel único: devolução pendente e contas a pagar lado a lado, por fornecedor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 destacado automaticamente (30 e 60 dias)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 de cobrança pronto, com a marca da empresa e o destinatário já preenchido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Vínculos já feitos no Bluesoft são identificados automaticamente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Principais ganhos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2148840"/>
            <a:ext cx="2468880" cy="33832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2468880"/>
            <a:ext cx="640080" cy="640080"/>
          </a:xfrm>
          <a:prstGeom prst="ellipse">
            <a:avLst/>
          </a:prstGeom>
          <a:solidFill>
            <a:srgbClr val="E36B08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Visibilidade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os fornecedores com devolução em aberto, num só lugar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468880" cy="33832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2468880"/>
            <a:ext cx="640080" cy="640080"/>
          </a:xfrm>
          <a:prstGeom prst="ellipse">
            <a:avLst/>
          </a:prstGeom>
          <a:solidFill>
            <a:srgbClr val="E36B0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Agilidade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3840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vários passos manuais por duplicata para 1 clique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2148840"/>
            <a:ext cx="2468880" cy="33832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2468880"/>
            <a:ext cx="640080" cy="640080"/>
          </a:xfrm>
          <a:prstGeom prst="ellipse">
            <a:avLst/>
          </a:prstGeom>
          <a:solidFill>
            <a:srgbClr val="E36B08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Padronização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3840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Cobrança sempre com o mesmo modelo e a marca da empresa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0" y="2148840"/>
            <a:ext cx="2468880" cy="33832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0" y="2468880"/>
            <a:ext cx="640080" cy="640080"/>
          </a:xfrm>
          <a:prstGeom prst="ellipse">
            <a:avLst/>
          </a:prstGeom>
          <a:solidFill>
            <a:srgbClr val="E36B08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82396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Menos retrabalho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69680" y="3840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Vínculos já feitos no Bluesoft não precisam ser checados de novo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que o painel mostra hoje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2194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notas de devolução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pendentes de vínculo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2194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9184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notas já vinculadas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abatimento no Bluesoft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2194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8932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fornecedores com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pendência em aberto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2194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6B08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R$ 43,5 mil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devolução pendente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período filtrado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extraídos automaticamente do Bluesoft — lojas Matriz e Filial SP — sincronização de 11/08/2026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0840" y="23317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Obrigado!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2084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Dúvidas ou sugestões, é só chamar.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2026-08-13T18:16:14Z</dcterms:created>
  <dcterms:modified xsi:type="dcterms:W3CDTF">2026-08-13T18:16:14Z</dcterms:modified>
</cp:coreProperties>
</file>